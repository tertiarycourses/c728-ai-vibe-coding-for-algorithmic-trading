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AI Vibe Coding for Algorithmic Trading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Course Code: C728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v1.0  ·  1 October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WELCOME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Meet your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Trainer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Dr. Alfred Ang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Your experience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Share a Python or finance project.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Your goal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Name one trading workflow to improve.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Your responsibility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Review assumptions and verify results.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Your name and organisation / role.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6224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6" y="3389376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Your experience with this subject (if any).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03648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876800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What you want to be able to do after this course.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Learn by doing — try every hands-on lab.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C728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Your course toolkit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Slides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Visual concepts and worked examples.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Learner Guide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Detailed lab procedures and troubleshooting.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Lab folders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Sample Python scripts and prompt PDFs.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Shared package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Use the course Drive folder and GitHub README.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Lesson Plan — 2 Days, 15 instructional hours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From prompt to validated signal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Getting Started with AI Vibe Coding for Trading (Labs 1–2)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Analysing Markets with AI (Labs 3–4)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From backtest to monitored paper bot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Building and Backtesting Strategies with AI (Labs 5–6)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Automating and Running Trading with AI (Labs 7–8)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Daily timing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09:00–18:00 · 1-hour lunch · 30 minutes tea breaks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Prompt and review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Specify, generate and validate Python trading code with an AI assistant.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Data and signals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Validate price data, visualise indicators and construct causal signals.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Backtest and risk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Backtest with execution delay and costs, and interpret return and risk.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Validate and monitor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Validate parameters chronologically and operate a monitored paper-trading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You'll Learn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Trainer demonstrates the 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 build it yourself in the hands-on 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Verify with the lab's 'Test it'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Discuss and troubleshoot together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Recap against the learning outcomes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Research before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Own the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Contract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State data, timing and acceptance checks.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Run checks and inspect charts.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Risk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Model costs and exposure limits.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Paper mode and observable failures.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AI review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Specify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Describe the smallest useful change.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Generate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Ask for a plan and focused code.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Inspect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Read assumptions and data access.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Verify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Run known-result tests before accepting.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RESEARCH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 plausible chart is not proof.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Demand causal signals, reproducible inputs and visible failure handling.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LEARNING 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Every Lab Progresses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4297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4151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Describe → generate → review → run → compare → refine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A580C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Getting Started with AI Vibe Coding for Trading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Python environment · prompt contracts · data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Key Concepts — Getting Started with AI Vibe Coding for Trading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trading rule must define instrument, timing, exposure and exit.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AI generates candidates; humans own assumptions, tests and risk.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prompt contract states inputs, outputs, constraints and acceptance checks.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secrets and account data out of prompts and Git.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ADAPTED FROM REFERENCE · TRADING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Algorithmic trading: the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Price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Indicators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Decision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Execution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Risk and monitoring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 TESTABLE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strategy specification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Universe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One synthetic daily series; long or flat.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Entry / exit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Fast SMA above slow SMA / otherwise flat.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Timing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Observe close; lag exposure one bar.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Costs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10 bps per unit of exposure turnover.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AI PAIR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From vague request to prompt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VAGUE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REVIEWABLE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Build a profitable trading bot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Missing data, timing and failure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Build a reproducible SMA research pipeline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Specify schema, lag, costs and fixtures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Return a plan, focused diff and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AI WORKFLOW · ADAPTED FROM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Human control stays in the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Generate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Read the diff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Run fixtures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Accept or refine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TOOL-INDEPENDENT HABITS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Choose your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Cursor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Use project context; inspect proposed edits.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GitHub Copilot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Discuss a focused task and review suggestions.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Claude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Provide a sanitised contract and minimal context.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Common discipline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Verify API claims against official docs.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BEFORE ANY INDICATOR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is part of the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Schema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date, close; finite positive price.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Provenance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Symbol, provider, timezone and adjustment policy.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Continuity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Missing sessions and duplicate dates.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Reproducibility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Keep a source snapshot and configuration.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Hands-On Labs — Getting Started with AI Vibe Coding for Trading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Environment and AI 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507492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4617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97480"/>
            <a:ext cx="4617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Fetch and validate price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Environment and AI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Use AI to build and review environment and ai workflow; demonstrate the result with executable evidence.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preview.csv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· AI coding assistant · synthetic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Environment and AI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756 observations and environment 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Fetch and validate price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Use AI to build and review fetch and validate price data; demonstrate the result with executable evidence.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prices.csv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· AI coding assistant · synthetic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Fetch and validate price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both invalid fixtures rejected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Recap — Getting Started with AI Vibe Coding for Trading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4297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4151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LO1: Specify, generate and validate Python trading code with an AI assistant.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Analysing Markets with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Price data · indicators · signals · AI debugging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Analysing Markets with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Validate ordering, duplicate dates, missing prices and positive values.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Rolling indicators use past and current observations only.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signal is a decision; a position is exposure after execution delay.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charts and small examples to debug generated code.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SMA · ADAPTED FROM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rolling indicator sees a window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Older bars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Last 20 closes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Arithmetic mean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Current SMA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Signal decision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REFERENCE STRATEGIES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Indicator families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SMA / EMA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Trend smoothing; EMA weights recent observations.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RSI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Relative gains/losses; specify smoothing convention.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Bollinger bands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Moving mean ± volatility multiple.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MACD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Difference between fast and slow EMAs.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ACTUAL LAB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Price, moving averages and signal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14903" y="1792224"/>
            <a:ext cx="5961888" cy="4206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ndic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767" y="1847088"/>
            <a:ext cx="5852160" cy="40965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6108192"/>
            <a:ext cx="10607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Synthetic data; 20/50-bar means. Warm-up produces no position.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CAUSAL TIMING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Signals are not positions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EXPOSURE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Signal at close 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Uses observations through 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Cannot earn the return already observed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Position for next interval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position[t] = signal[t-1]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First observation remains flat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AI EXPLANATION MUST MATCH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Debug with a small fixture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Warm-up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50-bar SMA first appears at row index 49.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Flat prices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Fast and slow means match; signal stays flat.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Future perturbation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Change future prices; earlier signals stay identical.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Minimal repair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Change one assumption; rerun accepted checks.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Hands-On Labs — Analysing Markets with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Indicators and visual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507492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4617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97480"/>
            <a:ext cx="4617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Generate and debug trading signals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Indicators and visual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Use AI to build and review indicators and visual evidence; demonstrate the result with executable evidence.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indicators.csv and indicators.png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· AI coding assistant · synthetic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Indicators and visual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first valid 20-bar mean matches an independent calculation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Generate and debug trading signals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Use AI to build and review generate and debug trading signals; demonstrate the result with executable evidence.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signals.csv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· AI coding assistant · synthetic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Generate and debug trading signals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earlier signals unchanged after future-price perturbation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Analysing Markets with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4297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4151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LO2: Validate price data, visualise indicators and construct causal signals.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Building and Backtesting Strategies with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Strategy design · backtesting · performance · refactoring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Key Concepts — Building and Backtesting Strategies with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backtest is an execution model, not a promise of profit.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Lag close-derived signals by one bar for close-to-close return accounting.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Turnover incurs transaction costs; compare with buy and hold.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Sharpe and drawdown describe different risks.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EXECUTION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Backtest accounting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Lagged exposure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Market return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Gross return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Turnover cost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Net equity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VERIFY BEFORE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hand-worked bar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Exposure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Yesterday signal = 1 → position = 1.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Market move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Close rises 100 → 102: return = 2%.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Cost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Entry turnover 1 × 10 bps = 0.1%.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Net result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2% − 0.1% = 1.9%; equity 1 → 1.019.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ACTUAL LAB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Strategy, benchmark and drawdown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14903" y="1792224"/>
            <a:ext cx="5961888" cy="4206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ck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767" y="1847088"/>
            <a:ext cx="5852160" cy="40965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6108192"/>
            <a:ext cx="10607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Net of the stated turnover cost; simplified close-to-close execution.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ADAPTED FROM REFERENCE · RETURN / SHARPE / MDD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Performance has several dimensions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Total return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Final equity / initial equity − 1.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Sharpe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Mean daily net return / sample standard deviation × √252; risk-free rate = 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Maximum drawdown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Worst equity / running peak − 1.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Turnover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Sum of absolute exposure changes; reveals cost sensitivity.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RISK IS PATH-DEPENDENT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Drawdown: a known-result fixture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Start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Equity = 1.00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Peak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Equity = 1.20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Trough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Equity = 0.90 → drawdown = −25%.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Recovery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Equity = 1.30 → new peak; current drawdown = 0%.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AI CODE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before refactoring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PRESERVE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IMPROVE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Behaviour contract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Same inputs → same signals and costs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Reject invalid dates and prices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Code improvement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Extract pure functions and explicit parameters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Preserve lag, warm-up and fixture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MODEL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this backtest omits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Execution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Spread, gaps, partial fills and latency.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Data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Dividends, corporate actions and survivorship.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Portfolio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Financing, taxes and multi-asset constraints.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teaching simulation; no profitability forecast.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Hands-On Labs — Building and Backtesting Strategies with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a cost-aware backtest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507492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4617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97480"/>
            <a:ext cx="4617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Performance, risk and code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cost-aware backtest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Use AI to create and review a cost-aware backtest; demonstrate the result with executable evidence.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backtest.csv and backtest.png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· AI coding assistant · synthetic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cost-aware backtest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one-bar lag, nonnegative cost deductions and flat equity verified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Performance, risk and code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Use AI to build and review performance, risk and code review; demonstrate the result with executable evidence.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metrics.json and risk.png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· AI coding assistant · synthetic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Performance, risk and code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known drawdown fixture equals -25%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Recap — Building and Backtesting Strategies with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4297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4151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LO3: Backtest with execution delay and costs, and interpret return and risk.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Automating and Running Trading with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Parameter validation · broker API ·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Key Concepts — Automating and Running Trading with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Choose parameters on training data; reserve an untouched time holdout.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Compare parameter neighbourhoods rather than one winning setting.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broker adapter separates research from order execution.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Monitor stale data, duplicate requests, rejected orders and kill switches.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HOLDOUT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Chronological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First 504 bars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Nine parameter pairs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Choose on training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Freeze parameters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Last 252 bars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SEARCH IS NOT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Optimisation traps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Leakage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Random time-series split mixes past and future.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Selection bias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Trying more settings can fit noise.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Instability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An isolated winning pair is fragile.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Discipline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Record all candidates; inspect neighbouring settings.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NO LIVE ORDERS IN COURSE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Broker adapter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Reviewed intent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Exposure / freshness gates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Idempotency key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Paper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Status log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OFFICIAL API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Paper API: distinct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Connection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Read-only GET /v2/account on the paper endpoint.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Submission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 separate operation; not implemented in sample.py.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Order state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Accepted does not mean filled; track lifecycle.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Secrets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Paper keys in environment variables; never in prompts.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CONCEPTUAL · REAL ADAPTER EXTENSION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 order has a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Accepted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Partially filled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Filled / cancelled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Reconcile position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8 FAILURE FIXTURES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Monitor and stop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Stale data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Block intent when input freshness expires.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Duplicate retry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Use a stable id; reconcile before resubmitting.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Exposure breach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Reject quantity outside a declared cap.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Kill switch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Block new orders, log state and require review.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CONTINUING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Research handover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Reproduce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Data source, dependency versions and configuration.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Explain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Signal logic, execution assumption and costs.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Observe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Logs, failures, drift and reconciliation.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Improve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One reviewed change at a time; rerun fixtures.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Hands-On Labs — Automating and Running Trading with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Optimise without leaking the future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507492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4617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97480"/>
            <a:ext cx="4617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Broker API and monitored paper bot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Optimise without leaking the future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Use AI to build and review optimise without leaking the future; demonstrate the result with executable evidence.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training-grid.csv and holdout.json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· AI coding assistant · synthetic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med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Optimise without leaking the future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9 training candidates and 252 holdout observations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med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Broker API and monitored paper bot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Use AI to build and review broker api and monitored paper bot; demonstrate the result with executable evidence.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events.jsonl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· AI coding assistant · synthetic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med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Broker API and monitored paper bot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duplicate, stale-data, exposure-limit and halt events blocked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med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Recap — Automating and Running Trading with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4297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4151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LO4: Validate parameters chronologically and operate a monitored paper-trading workflow.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med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med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Prompt and review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Specify, generate and validate Python trading code with an AI assistant.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Data and signals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Validate price data, visualise indicators and construct causal signals.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Backtest and risk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Backtest with execution delay and costs, and interpret return and risk.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Validate and monitor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Validate parameters chronologically and operate a monitored paper-trading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med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Keep Practising After the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Re-run the labs on your own machine — repetition is what makes the skills stick.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Apply the techniques to a real process or project in your own organisation.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Your course material stays available at https://lms-tms.tertiaryinfotech.com/.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Explore the follow-on courses at www.tertiarycourses.com.sg.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THANK YOU FOR ATTENDING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now have the practical skills from every lab in this course — keep applying them to your own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C728-AI-Vibe-Coding-for-Algorithmic-Trading  ·  C728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